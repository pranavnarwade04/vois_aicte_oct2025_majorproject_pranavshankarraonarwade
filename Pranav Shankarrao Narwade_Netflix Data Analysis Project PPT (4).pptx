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5" r:id="rId12"/>
    <p:sldId id="341" r:id="rId13"/>
    <p:sldId id="344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9B11-726B-622E-F1D0-53498C852A02}" v="122" dt="2025-09-25T09:02:38.1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677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10/21/2025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920627" cy="861497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Pranav </a:t>
            </a:r>
            <a:r>
              <a:rPr lang="en-US" dirty="0" err="1">
                <a:solidFill>
                  <a:schemeClr val="tx1"/>
                </a:solidFill>
              </a:rPr>
              <a:t>Shankarrao</a:t>
            </a:r>
            <a:r>
              <a:rPr lang="en-US" dirty="0">
                <a:solidFill>
                  <a:schemeClr val="tx1"/>
                </a:solidFill>
              </a:rPr>
              <a:t> Narwade</a:t>
            </a:r>
          </a:p>
          <a:p>
            <a:r>
              <a:rPr lang="en-IN" dirty="0"/>
              <a:t>APPLY_175572280268a634328d64d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309" y="2050553"/>
            <a:ext cx="4998720" cy="743448"/>
          </a:xfrm>
        </p:spPr>
        <p:txBody>
          <a:bodyPr>
            <a:normAutofit/>
          </a:bodyPr>
          <a:lstStyle/>
          <a:p>
            <a:r>
              <a:rPr lang="en-US" b="1" dirty="0"/>
              <a:t>Netflix Data Analysis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GB" sz="2800" dirty="0"/>
              <a:t>This project analyses the Netflix dataset (7,789 titles) to uncover content trends. The </a:t>
            </a:r>
            <a:r>
              <a:rPr lang="en-GB" sz="2800" b="1" dirty="0"/>
              <a:t>aim</a:t>
            </a:r>
            <a:r>
              <a:rPr lang="en-GB" sz="2800" dirty="0"/>
              <a:t> is to understand how Netflix's content distribution (Movies vs. TV Shows, genres, and country contributions) has evolved, providing strategic insights for global content expansion.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GB" sz="2000" dirty="0"/>
              <a:t>Netflix is one of the world's most prominent global streaming platforms. As competition grows, it is crucial for Netflix to make data-driven decisions. This project will analyse the Netflix dataset (7,789 records) to uncover trends in its content </a:t>
            </a:r>
            <a:r>
              <a:rPr lang="en-GB" sz="2000" dirty="0" err="1"/>
              <a:t>catalog</a:t>
            </a:r>
            <a:r>
              <a:rPr lang="en-GB" sz="2000" dirty="0"/>
              <a:t> that can inform strategic recommendations.</a:t>
            </a: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2308514-4638-6731-DC1C-D5F5E772A59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1946516"/>
            <a:ext cx="54371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Netflix Executives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Strategy &amp; Acquisition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Analysts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Intelligence Teams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32ECE0-645E-3B21-F6D4-03816AE7BC90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60399" y="1478569"/>
            <a:ext cx="762580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data cleaning and analysis)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Seaborn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data visualization)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 the notebook environment)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RESULTS1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70DEA-15F3-4AE5-A7B4-049AB2E0C67D}"/>
              </a:ext>
            </a:extLst>
          </p:cNvPr>
          <p:cNvSpPr txBox="1"/>
          <p:nvPr/>
        </p:nvSpPr>
        <p:spPr>
          <a:xfrm>
            <a:off x="675957" y="1090705"/>
            <a:ext cx="485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Growth of Movies vs. TV Shows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F3EE78-D252-EDAB-3502-EF081EA3E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2" y="1460037"/>
            <a:ext cx="9167792" cy="4549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A173A1-84D7-EA84-080A-CBD07DDCCBA6}"/>
              </a:ext>
            </a:extLst>
          </p:cNvPr>
          <p:cNvSpPr txBox="1"/>
          <p:nvPr/>
        </p:nvSpPr>
        <p:spPr>
          <a:xfrm>
            <a:off x="1079770" y="6018629"/>
            <a:ext cx="8574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Insight:</a:t>
            </a:r>
            <a:r>
              <a:rPr lang="en-GB" dirty="0"/>
              <a:t> Netflix's content library spiked after 2015. TV Show production has grown faster than movie production, showing a strategic shift to original series.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3964137" cy="830997"/>
          </a:xfrm>
        </p:spPr>
        <p:txBody>
          <a:bodyPr>
            <a:normAutofit/>
          </a:bodyPr>
          <a:lstStyle/>
          <a:p>
            <a:r>
              <a:rPr lang="en-GB" dirty="0"/>
              <a:t>RESULTS2(1)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1963C39-9433-02BA-5A2B-62380BFD21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053570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Top 10 Common Genres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417F4-D344-DF38-FA6B-1DB9425B7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8" y="1447715"/>
            <a:ext cx="8171233" cy="4535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D718D1-713C-11B6-D80A-117010B55C7F}"/>
              </a:ext>
            </a:extLst>
          </p:cNvPr>
          <p:cNvSpPr txBox="1"/>
          <p:nvPr/>
        </p:nvSpPr>
        <p:spPr>
          <a:xfrm>
            <a:off x="675957" y="6164245"/>
            <a:ext cx="8171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Insight:</a:t>
            </a:r>
            <a:r>
              <a:rPr lang="en-GB" dirty="0"/>
              <a:t> "International Movies" and "Dramas" are the top categories. The focus on international content proves Netflix's global expansion strategy.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17CD-34E1-C22E-63F7-D07413E8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06162F-A31F-5839-E7B7-7FAE10B864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8D492EE-8E03-9362-36AF-F2DD7E20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7859"/>
            <a:ext cx="3964137" cy="830997"/>
          </a:xfrm>
        </p:spPr>
        <p:txBody>
          <a:bodyPr>
            <a:normAutofit/>
          </a:bodyPr>
          <a:lstStyle/>
          <a:p>
            <a:r>
              <a:rPr lang="en-GB" dirty="0"/>
              <a:t>RESULTS2(2)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4C9BB4B-F8F1-2E6A-E9C5-CF9CE1370B9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BDC5062-3EE5-1D9C-20B1-95EAD695BD5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A3B2BEA-2AF3-9692-4821-567274F60B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904680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Popularity Trends of Top Genres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4BAAE-3C74-F1F5-C1A2-8B48D1F994BB}"/>
              </a:ext>
            </a:extLst>
          </p:cNvPr>
          <p:cNvSpPr txBox="1"/>
          <p:nvPr/>
        </p:nvSpPr>
        <p:spPr>
          <a:xfrm>
            <a:off x="675957" y="6053437"/>
            <a:ext cx="8171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Insight:</a:t>
            </a:r>
            <a:r>
              <a:rPr lang="en-GB" dirty="0"/>
              <a:t> "International Movies" and "Dramas" are the top categories. The focus on international content proves Netflix's global expansion strategy.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379ED-8ADE-1B39-A610-FAC3AE8F7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37403"/>
            <a:ext cx="8760128" cy="465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8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RESULTS3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D379B3-43F5-BB42-D7EF-5C1FA28E50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6B14C4F-1746-A8AB-D262-5A993160F5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036611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Top Content Countries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977C17-2843-1F5C-60A3-6A7B02713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03" y="1514131"/>
            <a:ext cx="7737256" cy="4395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3A40C6-E609-A834-D872-198B61E3BC8A}"/>
              </a:ext>
            </a:extLst>
          </p:cNvPr>
          <p:cNvSpPr txBox="1"/>
          <p:nvPr/>
        </p:nvSpPr>
        <p:spPr>
          <a:xfrm>
            <a:off x="790203" y="5836596"/>
            <a:ext cx="7737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Insight:</a:t>
            </a:r>
            <a:r>
              <a:rPr lang="en-GB" dirty="0"/>
              <a:t> The US is the #1 producer, but </a:t>
            </a:r>
            <a:r>
              <a:rPr lang="en-GB" b="1" dirty="0"/>
              <a:t>India</a:t>
            </a:r>
            <a:r>
              <a:rPr lang="en-GB" dirty="0"/>
              <a:t> and the </a:t>
            </a:r>
            <a:r>
              <a:rPr lang="en-GB" b="1" dirty="0"/>
              <a:t>United Kingdom</a:t>
            </a:r>
            <a:r>
              <a:rPr lang="en-GB" dirty="0"/>
              <a:t> are #2 and #3, showing a clear strategy of investing in key international markets.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589" y="1275372"/>
            <a:ext cx="10895211" cy="8063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https://github.com/PranaVNarwade04/VOIS_AICTE_Oct2025_MajorProject_PranavShankarraoNarwade</a:t>
            </a:r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Getting started with Basics of Python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A1CBF5-5235-532E-48CA-273E880E4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112925"/>
            <a:ext cx="8127575" cy="574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Data Visualization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328B98-B750-2ED6-FEE0-AE1830A2F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64604"/>
            <a:ext cx="8140644" cy="579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625</TotalTime>
  <Words>334</Words>
  <Application>Microsoft Office PowerPoint</Application>
  <PresentationFormat>Widescreen</PresentationFormat>
  <Paragraphs>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Netflix Data Analysis</vt:lpstr>
      <vt:lpstr>PROBLEM  STATEMENT</vt:lpstr>
      <vt:lpstr>Project Description  Netflix is one of the world's most prominent global streaming platforms. As competition grows, it is crucial for Netflix to make data-driven decisions. This project will analyse the Netflix dataset (7,789 records) to uncover trends in its content catalog that can inform strategic recommendations.    </vt:lpstr>
      <vt:lpstr>WHO ARE THE END USERS?</vt:lpstr>
      <vt:lpstr>Technology Used</vt:lpstr>
      <vt:lpstr>RESULTS1 </vt:lpstr>
      <vt:lpstr>RESULTS2(1)</vt:lpstr>
      <vt:lpstr>RESULTS2(2)</vt:lpstr>
      <vt:lpstr>RESULTS3 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Pranav Narwade</cp:lastModifiedBy>
  <cp:revision>117</cp:revision>
  <dcterms:created xsi:type="dcterms:W3CDTF">2021-07-11T13:13:15Z</dcterms:created>
  <dcterms:modified xsi:type="dcterms:W3CDTF">2025-10-21T12:07:01Z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